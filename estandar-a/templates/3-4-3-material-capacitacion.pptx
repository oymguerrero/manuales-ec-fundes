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463040" cy="914400"/>
          </a:xfrm>
          <a:prstGeom prst="round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28467E"/>
                </a:solidFill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Material de capacitación al personal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Elemento 2 · Ejecutar  ·  Estándar A · Implementar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467E"/>
                </a:solidFill>
              </a:rPr>
              <a:t>FUNDES Latinoamérica  ·  Iniciativa AIxMiPyMEs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8467E"/>
                </a:solidFill>
              </a:rPr>
              <a:t>Datos del proyecto — completa antes de capacitar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50292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28467E"/>
                </a:solidFill>
              </a:rPr>
              <a:t>Nombre de la MiPyME: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28467E"/>
                </a:solidFill>
              </a:rPr>
              <a:t>Personal asistente (nombres + cargos):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50292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28467E"/>
                </a:solidFill>
              </a:rPr>
              <a:t>Fecha de la capacitación: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11247120" cy="50292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28467E"/>
                </a:solidFill>
              </a:rPr>
              <a:t>Duración estimada: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754880"/>
            <a:ext cx="11247120" cy="50292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400" b="1">
                <a:solidFill>
                  <a:srgbClr val="28467E"/>
                </a:solidFill>
              </a:rPr>
              <a:t>Soluciones cubiertas en esta capacitación: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8467E"/>
                </a:solidFill>
              </a:rPr>
              <a:t>Criterio F21 — lo que el evaluador verifica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4572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28467E"/>
                </a:solidFill>
              </a:rPr>
              <a:t>• Contiene las instrucciones paso a paso para operar cada herramienta de IA implementada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8467E"/>
                </a:solidFill>
              </a:rPr>
              <a:t>• Incluye ejemplos de uso aplicados al contexto específico de la MiPyME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8467E"/>
                </a:solidFill>
              </a:rPr>
              <a:t>• Especifica los prompts o instrucciones recomendadas para cada herramienta de IA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8467E"/>
                </a:solidFill>
              </a:rPr>
              <a:t>• Incluye las buenas prácticas de uso y las acciones a realizar ante errores frecuentes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8467E"/>
                </a:solidFill>
              </a:rPr>
              <a:t>• Considera el nivel de alfabetización digital del personal capacitado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8467E"/>
                </a:solidFill>
              </a:rPr>
              <a:t>• Se presenta en formato digital, accesible y comprensible para el personal de la MiPyME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8467E"/>
                </a:solidFill>
              </a:rPr>
              <a:t>Ejemplo del caso La Espiga (orientativo, NO copies)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41148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600" i="1">
                <a:solidFill>
                  <a:srgbClr val="6A5208"/>
                </a:solidFill>
              </a:rPr>
              <a:t>Material de La Espiga: presentación de 12 láminas + 3 prompts pre-cargados. Pensada para encargadas con uso intermedio de smartphone pero sin experiencia previa con asistentes de IA. Lenguaje sencillo, capturas grandes, lista de 'qué hacer si algo no funciona'.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97280"/>
            <a:ext cx="822960" cy="82296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</a:rPr>
              <a:t>Bienvenida y objetivos del 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</a:rPr>
              <a:t>¿Qué van a aprender? ¿Cuánto tiempo tomará? ¿Para qué les servirá en su día a día?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i="1">
                <a:solidFill>
                  <a:srgbClr val="AAAAAA"/>
                </a:solidFill>
              </a:rPr>
              <a:t>[ Escribe aquí el contenido para TU MiPyME. Borra este marcador antes de presentar.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97280"/>
            <a:ext cx="822960" cy="82296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</a:rPr>
              <a:t>Instrucciones paso a paso por herramienta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</a:rPr>
              <a:t>Por cada herramienta: capturas numeradas con el flujo completo de uso. Si la herramienta tiene 5 botones importantes, dedica 1 lámina por botón. Visual antes que texto.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i="1">
                <a:solidFill>
                  <a:srgbClr val="AAAAAA"/>
                </a:solidFill>
              </a:rPr>
              <a:t>[ Escribe aquí el contenido para TU MiPyME. Borra este marcador antes de presentar.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97280"/>
            <a:ext cx="822960" cy="82296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</a:rPr>
              <a:t>Ejemplos aplicados al contexto de la MiPyME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</a:rPr>
              <a:t>Por cada herramienta: 2-3 ejemplos REALES de la MiPyME (no ejemplos genéricos). El personal debe poder decir 'ah, eso lo hago yo el lunes en la mañana'.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i="1">
                <a:solidFill>
                  <a:srgbClr val="AAAAAA"/>
                </a:solidFill>
              </a:rPr>
              <a:t>[ Escribe aquí el contenido para TU MiPyME. Borra este marcador antes de presentar.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97280"/>
            <a:ext cx="822960" cy="82296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</a:rPr>
              <a:t>Prompts recomendados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</a:rPr>
              <a:t>Lista de 5-10 prompts que ya funcionan para los casos típicos. El personal los copia/pega; no se les pide redactar prompts desde cero.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i="1">
                <a:solidFill>
                  <a:srgbClr val="AAAAAA"/>
                </a:solidFill>
              </a:rPr>
              <a:t>[ Escribe aquí el contenido para TU MiPyME. Borra este marcador antes de presentar.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97280"/>
            <a:ext cx="822960" cy="82296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</a:rPr>
              <a:t>Errores frecuentes y qué hacer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</a:rPr>
              <a:t>Tabla con: error común → cómo identificarlo → cómo resolverlo → cuándo escalar al consultor o a Carlos/Doña Beatriz.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i="1">
                <a:solidFill>
                  <a:srgbClr val="AAAAAA"/>
                </a:solidFill>
              </a:rPr>
              <a:t>[ Escribe aquí el contenido para TU MiPyME. Borra este marcador antes de presentar.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97280"/>
            <a:ext cx="822960" cy="82296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</a:rPr>
              <a:t>Adaptación al nivel digital del personal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</a:rPr>
              <a:t>Si el personal no maneja tecnicismos, usa lenguaje cotidiano. Si están acostumbrados a apps, puedes ir más rápido.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i="1">
                <a:solidFill>
                  <a:srgbClr val="AAAAAA"/>
                </a:solidFill>
              </a:rPr>
              <a:t>[ Escribe aquí el contenido para TU MiPyME. Borra este marcador antes de presentar.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</a:rPr>
              <a:t>Mi CompañIA  ·  Material de capacitación al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73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</a:rPr>
              <a:t>Producto 3.4.3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97280"/>
            <a:ext cx="822960" cy="82296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</a:rPr>
              <a:t>Recursos y soporte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</a:rPr>
              <a:t>¿A quién acudir si algo falla? ¿Dónde encontrar este material después? ¿Cuándo se actualiza?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i="1">
                <a:solidFill>
                  <a:srgbClr val="AAAAAA"/>
                </a:solidFill>
              </a:rPr>
              <a:t>[ Escribe aquí el contenido para TU MiPyME. Borra este marcador antes de presentar.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7C031"/>
                </a:solidFill>
              </a:rPr>
              <a:t>¿Dudas durante la operación?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Contacta a tu consultor — los datos están en el Acta de cierre (producto 4.4.2)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8467E"/>
                </a:solidFill>
              </a:rPr>
              <a:t>Mi CompañIA  ·  FUNDES Latinoamérica  ·  AIxMiPyMEs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